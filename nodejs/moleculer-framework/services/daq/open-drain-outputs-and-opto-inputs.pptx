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539CC1-6FAD-475F-A0DF-AA5A5C5C222C}" v="15" dt="2021-04-08T16:08:18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2021" y="-10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Pasquati" userId="9a78403a-08fc-4ddd-bdce-044a728bb7d9" providerId="ADAL" clId="{69539CC1-6FAD-475F-A0DF-AA5A5C5C222C}"/>
    <pc:docChg chg="undo custSel addSld modSld">
      <pc:chgData name="Ricardo Pasquati" userId="9a78403a-08fc-4ddd-bdce-044a728bb7d9" providerId="ADAL" clId="{69539CC1-6FAD-475F-A0DF-AA5A5C5C222C}" dt="2021-04-08T16:09:00.272" v="193" actId="1076"/>
      <pc:docMkLst>
        <pc:docMk/>
      </pc:docMkLst>
      <pc:sldChg chg="addSp delSp modSp new mod">
        <pc:chgData name="Ricardo Pasquati" userId="9a78403a-08fc-4ddd-bdce-044a728bb7d9" providerId="ADAL" clId="{69539CC1-6FAD-475F-A0DF-AA5A5C5C222C}" dt="2021-04-08T16:09:00.272" v="193" actId="1076"/>
        <pc:sldMkLst>
          <pc:docMk/>
          <pc:sldMk cId="2995161631" sldId="256"/>
        </pc:sldMkLst>
        <pc:spChg chg="add mod">
          <ac:chgData name="Ricardo Pasquati" userId="9a78403a-08fc-4ddd-bdce-044a728bb7d9" providerId="ADAL" clId="{69539CC1-6FAD-475F-A0DF-AA5A5C5C222C}" dt="2021-04-08T16:00:58.003" v="136" actId="113"/>
          <ac:spMkLst>
            <pc:docMk/>
            <pc:sldMk cId="2995161631" sldId="256"/>
            <ac:spMk id="8" creationId="{3EE65DD9-C35E-4C90-9E5D-AC1C1897F1D6}"/>
          </ac:spMkLst>
        </pc:spChg>
        <pc:spChg chg="add mod">
          <ac:chgData name="Ricardo Pasquati" userId="9a78403a-08fc-4ddd-bdce-044a728bb7d9" providerId="ADAL" clId="{69539CC1-6FAD-475F-A0DF-AA5A5C5C222C}" dt="2021-04-08T16:00:55.961" v="135" actId="113"/>
          <ac:spMkLst>
            <pc:docMk/>
            <pc:sldMk cId="2995161631" sldId="256"/>
            <ac:spMk id="27" creationId="{CF7AEEF5-43E1-47BB-8C10-87A431718971}"/>
          </ac:spMkLst>
        </pc:spChg>
        <pc:spChg chg="add mod">
          <ac:chgData name="Ricardo Pasquati" userId="9a78403a-08fc-4ddd-bdce-044a728bb7d9" providerId="ADAL" clId="{69539CC1-6FAD-475F-A0DF-AA5A5C5C222C}" dt="2021-04-08T16:07:04.463" v="173" actId="208"/>
          <ac:spMkLst>
            <pc:docMk/>
            <pc:sldMk cId="2995161631" sldId="256"/>
            <ac:spMk id="37" creationId="{2B7EECE8-518C-4E64-AD6D-C373129214C8}"/>
          </ac:spMkLst>
        </pc:spChg>
        <pc:spChg chg="add mod">
          <ac:chgData name="Ricardo Pasquati" userId="9a78403a-08fc-4ddd-bdce-044a728bb7d9" providerId="ADAL" clId="{69539CC1-6FAD-475F-A0DF-AA5A5C5C222C}" dt="2021-04-08T16:08:56.608" v="192" actId="1076"/>
          <ac:spMkLst>
            <pc:docMk/>
            <pc:sldMk cId="2995161631" sldId="256"/>
            <ac:spMk id="38" creationId="{4A9DA86A-263B-4713-BAE3-B96A2ED8748B}"/>
          </ac:spMkLst>
        </pc:spChg>
        <pc:spChg chg="add mod">
          <ac:chgData name="Ricardo Pasquati" userId="9a78403a-08fc-4ddd-bdce-044a728bb7d9" providerId="ADAL" clId="{69539CC1-6FAD-475F-A0DF-AA5A5C5C222C}" dt="2021-04-08T16:09:00.272" v="193" actId="1076"/>
          <ac:spMkLst>
            <pc:docMk/>
            <pc:sldMk cId="2995161631" sldId="256"/>
            <ac:spMk id="39" creationId="{E783F1F1-7129-4E48-B70D-8B4B6AEE23FF}"/>
          </ac:spMkLst>
        </pc:spChg>
        <pc:picChg chg="add del mod">
          <ac:chgData name="Ricardo Pasquati" userId="9a78403a-08fc-4ddd-bdce-044a728bb7d9" providerId="ADAL" clId="{69539CC1-6FAD-475F-A0DF-AA5A5C5C222C}" dt="2021-04-08T16:07:45.098" v="176" actId="478"/>
          <ac:picMkLst>
            <pc:docMk/>
            <pc:sldMk cId="2995161631" sldId="256"/>
            <ac:picMk id="3" creationId="{F810BD87-361D-4637-A523-816AC1D32697}"/>
          </ac:picMkLst>
        </pc:picChg>
        <pc:picChg chg="add mod modCrop">
          <ac:chgData name="Ricardo Pasquati" userId="9a78403a-08fc-4ddd-bdce-044a728bb7d9" providerId="ADAL" clId="{69539CC1-6FAD-475F-A0DF-AA5A5C5C222C}" dt="2021-04-08T15:57:29.669" v="71" actId="1076"/>
          <ac:picMkLst>
            <pc:docMk/>
            <pc:sldMk cId="2995161631" sldId="256"/>
            <ac:picMk id="5" creationId="{21EB5FFD-B89C-4537-B2C1-7645C7BF128D}"/>
          </ac:picMkLst>
        </pc:picChg>
        <pc:picChg chg="add mod ord modCrop">
          <ac:chgData name="Ricardo Pasquati" userId="9a78403a-08fc-4ddd-bdce-044a728bb7d9" providerId="ADAL" clId="{69539CC1-6FAD-475F-A0DF-AA5A5C5C222C}" dt="2021-04-08T15:59:41.851" v="116" actId="1038"/>
          <ac:picMkLst>
            <pc:docMk/>
            <pc:sldMk cId="2995161631" sldId="256"/>
            <ac:picMk id="18" creationId="{57ADE4B5-9AF1-4950-87F1-BAA43F76BCD0}"/>
          </ac:picMkLst>
        </pc:picChg>
        <pc:picChg chg="add mod modCrop">
          <ac:chgData name="Ricardo Pasquati" userId="9a78403a-08fc-4ddd-bdce-044a728bb7d9" providerId="ADAL" clId="{69539CC1-6FAD-475F-A0DF-AA5A5C5C222C}" dt="2021-04-08T16:03:03.462" v="154" actId="1076"/>
          <ac:picMkLst>
            <pc:docMk/>
            <pc:sldMk cId="2995161631" sldId="256"/>
            <ac:picMk id="32" creationId="{7A229A0B-5261-4A90-8972-2A41D330FC8F}"/>
          </ac:picMkLst>
        </pc:picChg>
        <pc:picChg chg="add mod">
          <ac:chgData name="Ricardo Pasquati" userId="9a78403a-08fc-4ddd-bdce-044a728bb7d9" providerId="ADAL" clId="{69539CC1-6FAD-475F-A0DF-AA5A5C5C222C}" dt="2021-04-08T16:03:47.700" v="162" actId="1076"/>
          <ac:picMkLst>
            <pc:docMk/>
            <pc:sldMk cId="2995161631" sldId="256"/>
            <ac:picMk id="34" creationId="{BDFCEE86-63F6-482A-A85E-D10FBA512B2D}"/>
          </ac:picMkLst>
        </pc:picChg>
        <pc:picChg chg="add mod modCrop">
          <ac:chgData name="Ricardo Pasquati" userId="9a78403a-08fc-4ddd-bdce-044a728bb7d9" providerId="ADAL" clId="{69539CC1-6FAD-475F-A0DF-AA5A5C5C222C}" dt="2021-04-08T16:05:57.721" v="170" actId="1076"/>
          <ac:picMkLst>
            <pc:docMk/>
            <pc:sldMk cId="2995161631" sldId="256"/>
            <ac:picMk id="36" creationId="{0718FC47-CDFB-4D7E-B549-CD9AFEC899D9}"/>
          </ac:picMkLst>
        </pc:picChg>
        <pc:cxnChg chg="add del mod">
          <ac:chgData name="Ricardo Pasquati" userId="9a78403a-08fc-4ddd-bdce-044a728bb7d9" providerId="ADAL" clId="{69539CC1-6FAD-475F-A0DF-AA5A5C5C222C}" dt="2021-04-08T15:58:44.416" v="81" actId="478"/>
          <ac:cxnSpMkLst>
            <pc:docMk/>
            <pc:sldMk cId="2995161631" sldId="256"/>
            <ac:cxnSpMk id="7" creationId="{7F1816ED-1E12-4A5F-9873-BB40F3B496C5}"/>
          </ac:cxnSpMkLst>
        </pc:cxnChg>
        <pc:cxnChg chg="add mod">
          <ac:chgData name="Ricardo Pasquati" userId="9a78403a-08fc-4ddd-bdce-044a728bb7d9" providerId="ADAL" clId="{69539CC1-6FAD-475F-A0DF-AA5A5C5C222C}" dt="2021-04-08T15:57:29.669" v="71" actId="1076"/>
          <ac:cxnSpMkLst>
            <pc:docMk/>
            <pc:sldMk cId="2995161631" sldId="256"/>
            <ac:cxnSpMk id="9" creationId="{0B13BA15-96BA-4FFF-A290-BB1CCBB00465}"/>
          </ac:cxnSpMkLst>
        </pc:cxnChg>
        <pc:cxnChg chg="add mod">
          <ac:chgData name="Ricardo Pasquati" userId="9a78403a-08fc-4ddd-bdce-044a728bb7d9" providerId="ADAL" clId="{69539CC1-6FAD-475F-A0DF-AA5A5C5C222C}" dt="2021-04-08T16:00:19.517" v="126" actId="14100"/>
          <ac:cxnSpMkLst>
            <pc:docMk/>
            <pc:sldMk cId="2995161631" sldId="256"/>
            <ac:cxnSpMk id="11" creationId="{472DCFF4-C3BE-455C-8A1B-3B2690CCAAE8}"/>
          </ac:cxnSpMkLst>
        </pc:cxnChg>
        <pc:cxnChg chg="add mod">
          <ac:chgData name="Ricardo Pasquati" userId="9a78403a-08fc-4ddd-bdce-044a728bb7d9" providerId="ADAL" clId="{69539CC1-6FAD-475F-A0DF-AA5A5C5C222C}" dt="2021-04-08T15:57:29.669" v="71" actId="1076"/>
          <ac:cxnSpMkLst>
            <pc:docMk/>
            <pc:sldMk cId="2995161631" sldId="256"/>
            <ac:cxnSpMk id="14" creationId="{55C82F32-0F7C-4D55-97DE-DCFC155FF3CC}"/>
          </ac:cxnSpMkLst>
        </pc:cxnChg>
        <pc:cxnChg chg="add mod">
          <ac:chgData name="Ricardo Pasquati" userId="9a78403a-08fc-4ddd-bdce-044a728bb7d9" providerId="ADAL" clId="{69539CC1-6FAD-475F-A0DF-AA5A5C5C222C}" dt="2021-04-08T15:57:29.669" v="71" actId="1076"/>
          <ac:cxnSpMkLst>
            <pc:docMk/>
            <pc:sldMk cId="2995161631" sldId="256"/>
            <ac:cxnSpMk id="15" creationId="{991781F7-C0FF-4F3D-91EA-6A32CD2FEC4E}"/>
          </ac:cxnSpMkLst>
        </pc:cxnChg>
        <pc:cxnChg chg="add mod">
          <ac:chgData name="Ricardo Pasquati" userId="9a78403a-08fc-4ddd-bdce-044a728bb7d9" providerId="ADAL" clId="{69539CC1-6FAD-475F-A0DF-AA5A5C5C222C}" dt="2021-04-08T15:58:50.757" v="83" actId="1076"/>
          <ac:cxnSpMkLst>
            <pc:docMk/>
            <pc:sldMk cId="2995161631" sldId="256"/>
            <ac:cxnSpMk id="19" creationId="{4BC0B02F-6A9C-413B-B84D-991ACC443367}"/>
          </ac:cxnSpMkLst>
        </pc:cxnChg>
        <pc:cxnChg chg="add mod">
          <ac:chgData name="Ricardo Pasquati" userId="9a78403a-08fc-4ddd-bdce-044a728bb7d9" providerId="ADAL" clId="{69539CC1-6FAD-475F-A0DF-AA5A5C5C222C}" dt="2021-04-08T15:59:36.117" v="92" actId="14100"/>
          <ac:cxnSpMkLst>
            <pc:docMk/>
            <pc:sldMk cId="2995161631" sldId="256"/>
            <ac:cxnSpMk id="21" creationId="{B5440D2C-6A79-4BBC-8244-A492EAD22D04}"/>
          </ac:cxnSpMkLst>
        </pc:cxnChg>
        <pc:cxnChg chg="add mod">
          <ac:chgData name="Ricardo Pasquati" userId="9a78403a-08fc-4ddd-bdce-044a728bb7d9" providerId="ADAL" clId="{69539CC1-6FAD-475F-A0DF-AA5A5C5C222C}" dt="2021-04-08T15:59:54.060" v="121" actId="1036"/>
          <ac:cxnSpMkLst>
            <pc:docMk/>
            <pc:sldMk cId="2995161631" sldId="256"/>
            <ac:cxnSpMk id="23" creationId="{F8CCD152-7488-4C63-A38B-E42468BC84B2}"/>
          </ac:cxnSpMkLst>
        </pc:cxnChg>
        <pc:cxnChg chg="add mod">
          <ac:chgData name="Ricardo Pasquati" userId="9a78403a-08fc-4ddd-bdce-044a728bb7d9" providerId="ADAL" clId="{69539CC1-6FAD-475F-A0DF-AA5A5C5C222C}" dt="2021-04-08T16:00:01.114" v="123" actId="1076"/>
          <ac:cxnSpMkLst>
            <pc:docMk/>
            <pc:sldMk cId="2995161631" sldId="256"/>
            <ac:cxnSpMk id="24" creationId="{BEE9CC49-604F-4225-9164-81D00CBADD09}"/>
          </ac:cxnSpMkLst>
        </pc:cxnChg>
        <pc:cxnChg chg="add mod">
          <ac:chgData name="Ricardo Pasquati" userId="9a78403a-08fc-4ddd-bdce-044a728bb7d9" providerId="ADAL" clId="{69539CC1-6FAD-475F-A0DF-AA5A5C5C222C}" dt="2021-04-08T16:00:10.595" v="125" actId="1076"/>
          <ac:cxnSpMkLst>
            <pc:docMk/>
            <pc:sldMk cId="2995161631" sldId="256"/>
            <ac:cxnSpMk id="25" creationId="{0407FFB8-BF28-4A85-9B97-A5D2AA16810F}"/>
          </ac:cxnSpMkLst>
        </pc:cxnChg>
        <pc:cxnChg chg="add mod">
          <ac:chgData name="Ricardo Pasquati" userId="9a78403a-08fc-4ddd-bdce-044a728bb7d9" providerId="ADAL" clId="{69539CC1-6FAD-475F-A0DF-AA5A5C5C222C}" dt="2021-04-08T16:01:19.553" v="143" actId="14100"/>
          <ac:cxnSpMkLst>
            <pc:docMk/>
            <pc:sldMk cId="2995161631" sldId="256"/>
            <ac:cxnSpMk id="28" creationId="{F773EC9D-E10D-4B67-AD34-0FC59B8B6EE6}"/>
          </ac:cxnSpMkLst>
        </pc:cxnChg>
        <pc:cxnChg chg="add del mod">
          <ac:chgData name="Ricardo Pasquati" userId="9a78403a-08fc-4ddd-bdce-044a728bb7d9" providerId="ADAL" clId="{69539CC1-6FAD-475F-A0DF-AA5A5C5C222C}" dt="2021-04-08T16:08:44.601" v="189" actId="478"/>
          <ac:cxnSpMkLst>
            <pc:docMk/>
            <pc:sldMk cId="2995161631" sldId="256"/>
            <ac:cxnSpMk id="40" creationId="{AA0C1E61-89AF-43D5-8565-1DD56845024E}"/>
          </ac:cxnSpMkLst>
        </pc:cxnChg>
        <pc:cxnChg chg="add del mod">
          <ac:chgData name="Ricardo Pasquati" userId="9a78403a-08fc-4ddd-bdce-044a728bb7d9" providerId="ADAL" clId="{69539CC1-6FAD-475F-A0DF-AA5A5C5C222C}" dt="2021-04-08T16:08:45.870" v="190" actId="478"/>
          <ac:cxnSpMkLst>
            <pc:docMk/>
            <pc:sldMk cId="2995161631" sldId="256"/>
            <ac:cxnSpMk id="43" creationId="{61916972-8226-402E-9ED7-1CE78A9D7B4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9F8C7-89A9-4B40-A2A5-EE7BD499B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DF371F-B757-4204-B389-7CD77B29A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87D876-2860-477D-9D7F-F867CE4ED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EA443E-598D-4FE5-8963-4A1EDB97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379B34-C3EF-4651-95A4-08B0CEA2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83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951E4-1B2E-4B7A-9379-5E7E89AF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BBF1B3-8A5D-40A2-AD1E-F00086AF9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2A651E-CB60-4A9A-A5CA-C84DC7D1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B7E596-56F9-486C-B433-C66DBC13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EF81D1-85B3-418F-93E8-34F899422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40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279BB-8875-4DB7-903C-A8803DEE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BBBEF9-ACD9-44AB-B158-2CE8FF7CB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AEB48B-9B06-40B3-90DF-4A2FFAA0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FBB867-978F-4090-9518-A3974E18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85A9D5-2226-47DF-8482-286AB54E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89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D2609-8249-4699-A8DD-27559B7CD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80B190-4FB5-40B6-A073-A99952907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C5C1D1-B1BE-4E33-82BE-9CBA03BB0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B956CE-C8CB-45C4-9A16-84499C5F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B4158F-150E-42A4-8935-D71DE029D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5E6D87-0CB8-4942-A657-E9187444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3260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08051-ECB4-4AF9-8AE8-5AC845FC7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56F825-217A-481A-832D-376A29B2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5EC859-ED8F-4F19-9134-ADF222B9A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E05AC5D-60DD-49FA-993F-D08CACF9A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8D825FC-03DE-468A-A884-2E2817190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6459CBF-A05D-4961-8E80-96D1A7ED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DF75EAD-AC1D-4FAD-AFB6-EDF98B53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F71452-2526-4466-A56E-05B3622EE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347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9332A-5C73-449D-ACD8-FF0DB989F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FD569D-6EDC-48AF-BD82-2A5749CF3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D169F4-9303-4B82-8AD1-C2F9069AC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45CA72B-154F-4A50-97A0-763CDFB4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51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FA5A77-A6CB-4E0B-BAFE-583E5B4F4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4C1B7E-2A71-4712-94A6-D0EE9C51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10DD81-83AF-48D8-9125-E2A49174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99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E5641-310A-4C9A-9AB7-8558FD2B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5B5827-F8A7-407E-9B0A-29C18153B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60BE09-0F86-4963-8348-6F6A3500A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353574-3C2E-4722-AEBC-1A47F7F80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95B76F-6D31-40CE-B2B3-DAF5F766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924469-1198-4C65-9880-F7BFADCA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8307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3AA72-DE0E-4BA5-922A-E7A5D3CB5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A8A3E2-E1C7-4A2F-8B98-E5E10A93D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C5471D-FCE2-4B22-B419-12567EE11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5A3B6A-EBB2-4339-95D1-E75557A3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60EE9-4D47-4CB3-8843-168E7024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08293E-B65F-4559-8BA0-9AF7BA9B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585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543B0-0E50-441C-8DE0-0DA448E3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C77F6E-1275-4895-80BD-D39B00049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617DFD-3D42-404E-B1B9-49F4F332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AC993F-49DD-4562-9654-37C07077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070802-C13F-45BE-A1AF-0FF62566D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3800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42C7BA-B00E-4C5D-B317-C9692FD9D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C9CC71-AD9C-4F44-90B9-11AAFF3C5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BAC121-E08B-4FA6-A090-AFE00012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52EDF0-7BE9-406C-8A9E-642D696E8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9245AC-9E3E-44B3-BD05-B8DE7E80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30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F6E275F-6DDE-4D31-AB21-F19B2B77D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DF3D65-7FB5-40DD-9CC6-FDE86A406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579498-1274-415E-A54D-4295E07CF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87C27-0450-4526-90A8-F74655173C5E}" type="datetimeFigureOut">
              <a:rPr lang="pt-BR" smtClean="0"/>
              <a:t>2021-04-08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A42878-EC81-4865-8B3D-BF10425E1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FCA622-3069-43F9-AD6D-BAEFAC083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4E02D-26BC-40A5-8453-B03193141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18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57ADE4B5-9AF1-4950-87F1-BAA43F76BC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11" t="23545" r="27273" b="11959"/>
          <a:stretch/>
        </p:blipFill>
        <p:spPr>
          <a:xfrm>
            <a:off x="403250" y="326150"/>
            <a:ext cx="5671241" cy="443537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1EB5FFD-B89C-4537-B2C1-7645C7BF12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86" t="23972" r="24761" b="37624"/>
          <a:stretch/>
        </p:blipFill>
        <p:spPr>
          <a:xfrm>
            <a:off x="6381345" y="85381"/>
            <a:ext cx="5797685" cy="263379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EE65DD9-C35E-4C90-9E5D-AC1C1897F1D6}"/>
              </a:ext>
            </a:extLst>
          </p:cNvPr>
          <p:cNvSpPr/>
          <p:nvPr/>
        </p:nvSpPr>
        <p:spPr>
          <a:xfrm>
            <a:off x="5959339" y="1898142"/>
            <a:ext cx="515133" cy="254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+24V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B13BA15-96BA-4FFF-A290-BB1CCBB00465}"/>
              </a:ext>
            </a:extLst>
          </p:cNvPr>
          <p:cNvCxnSpPr>
            <a:cxnSpLocks/>
          </p:cNvCxnSpPr>
          <p:nvPr/>
        </p:nvCxnSpPr>
        <p:spPr>
          <a:xfrm flipH="1">
            <a:off x="6232308" y="637093"/>
            <a:ext cx="386081" cy="190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472DCFF4-C3BE-455C-8A1B-3B2690CCAAE8}"/>
              </a:ext>
            </a:extLst>
          </p:cNvPr>
          <p:cNvCxnSpPr>
            <a:cxnSpLocks/>
          </p:cNvCxnSpPr>
          <p:nvPr/>
        </p:nvCxnSpPr>
        <p:spPr>
          <a:xfrm flipV="1">
            <a:off x="6232309" y="381824"/>
            <a:ext cx="0" cy="151809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5C82F32-0F7C-4D55-97DE-DCFC155FF3CC}"/>
              </a:ext>
            </a:extLst>
          </p:cNvPr>
          <p:cNvCxnSpPr>
            <a:cxnSpLocks/>
          </p:cNvCxnSpPr>
          <p:nvPr/>
        </p:nvCxnSpPr>
        <p:spPr>
          <a:xfrm flipH="1">
            <a:off x="6232308" y="892362"/>
            <a:ext cx="386081" cy="190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91781F7-C0FF-4F3D-91EA-6A32CD2FEC4E}"/>
              </a:ext>
            </a:extLst>
          </p:cNvPr>
          <p:cNvCxnSpPr>
            <a:cxnSpLocks/>
          </p:cNvCxnSpPr>
          <p:nvPr/>
        </p:nvCxnSpPr>
        <p:spPr>
          <a:xfrm flipH="1">
            <a:off x="6232307" y="1155251"/>
            <a:ext cx="386081" cy="190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4BC0B02F-6A9C-413B-B84D-991ACC443367}"/>
              </a:ext>
            </a:extLst>
          </p:cNvPr>
          <p:cNvCxnSpPr>
            <a:cxnSpLocks/>
          </p:cNvCxnSpPr>
          <p:nvPr/>
        </p:nvCxnSpPr>
        <p:spPr>
          <a:xfrm flipH="1">
            <a:off x="6232307" y="374204"/>
            <a:ext cx="386081" cy="190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B5440D2C-6A79-4BBC-8244-A492EAD22D04}"/>
              </a:ext>
            </a:extLst>
          </p:cNvPr>
          <p:cNvCxnSpPr>
            <a:cxnSpLocks/>
          </p:cNvCxnSpPr>
          <p:nvPr/>
        </p:nvCxnSpPr>
        <p:spPr>
          <a:xfrm flipH="1">
            <a:off x="5975432" y="511870"/>
            <a:ext cx="64295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F8CCD152-7488-4C63-A38B-E42468BC84B2}"/>
              </a:ext>
            </a:extLst>
          </p:cNvPr>
          <p:cNvCxnSpPr>
            <a:cxnSpLocks/>
          </p:cNvCxnSpPr>
          <p:nvPr/>
        </p:nvCxnSpPr>
        <p:spPr>
          <a:xfrm flipH="1">
            <a:off x="5975432" y="773770"/>
            <a:ext cx="64295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BEE9CC49-604F-4225-9164-81D00CBADD09}"/>
              </a:ext>
            </a:extLst>
          </p:cNvPr>
          <p:cNvCxnSpPr>
            <a:cxnSpLocks/>
          </p:cNvCxnSpPr>
          <p:nvPr/>
        </p:nvCxnSpPr>
        <p:spPr>
          <a:xfrm flipH="1">
            <a:off x="5959339" y="1035110"/>
            <a:ext cx="64295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407FFB8-BF28-4A85-9B97-A5D2AA16810F}"/>
              </a:ext>
            </a:extLst>
          </p:cNvPr>
          <p:cNvCxnSpPr>
            <a:cxnSpLocks/>
          </p:cNvCxnSpPr>
          <p:nvPr/>
        </p:nvCxnSpPr>
        <p:spPr>
          <a:xfrm flipH="1">
            <a:off x="5975432" y="1289110"/>
            <a:ext cx="64295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CF7AEEF5-43E1-47BB-8C10-87A431718971}"/>
              </a:ext>
            </a:extLst>
          </p:cNvPr>
          <p:cNvSpPr/>
          <p:nvPr/>
        </p:nvSpPr>
        <p:spPr>
          <a:xfrm>
            <a:off x="5959339" y="2296159"/>
            <a:ext cx="515133" cy="254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0V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773EC9D-E10D-4B67-AD34-0FC59B8B6EE6}"/>
              </a:ext>
            </a:extLst>
          </p:cNvPr>
          <p:cNvCxnSpPr>
            <a:cxnSpLocks/>
          </p:cNvCxnSpPr>
          <p:nvPr/>
        </p:nvCxnSpPr>
        <p:spPr>
          <a:xfrm>
            <a:off x="4988560" y="2423159"/>
            <a:ext cx="97077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m 31">
            <a:extLst>
              <a:ext uri="{FF2B5EF4-FFF2-40B4-BE49-F238E27FC236}">
                <a16:creationId xmlns:a16="http://schemas.microsoft.com/office/drawing/2014/main" id="{7A229A0B-5261-4A90-8972-2A41D330FC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285" t="78311" r="22686" b="9290"/>
          <a:stretch/>
        </p:blipFill>
        <p:spPr>
          <a:xfrm>
            <a:off x="8981036" y="2753053"/>
            <a:ext cx="2807714" cy="85035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BDFCEE86-63F6-482A-A85E-D10FBA512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5352" y="5760379"/>
            <a:ext cx="3106369" cy="978930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0718FC47-CDFB-4D7E-B549-CD9AFEC899D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6543" t="39650" r="39042" b="34089"/>
          <a:stretch/>
        </p:blipFill>
        <p:spPr>
          <a:xfrm>
            <a:off x="6935821" y="3717472"/>
            <a:ext cx="2976664" cy="1800997"/>
          </a:xfrm>
          <a:prstGeom prst="rect">
            <a:avLst/>
          </a:prstGeom>
        </p:spPr>
      </p:pic>
      <p:sp>
        <p:nvSpPr>
          <p:cNvPr id="37" name="Retângulo 36">
            <a:extLst>
              <a:ext uri="{FF2B5EF4-FFF2-40B4-BE49-F238E27FC236}">
                <a16:creationId xmlns:a16="http://schemas.microsoft.com/office/drawing/2014/main" id="{2B7EECE8-518C-4E64-AD6D-C373129214C8}"/>
              </a:ext>
            </a:extLst>
          </p:cNvPr>
          <p:cNvSpPr/>
          <p:nvPr/>
        </p:nvSpPr>
        <p:spPr>
          <a:xfrm>
            <a:off x="9017000" y="5019040"/>
            <a:ext cx="370840" cy="132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4A9DA86A-263B-4713-BAE3-B96A2ED8748B}"/>
              </a:ext>
            </a:extLst>
          </p:cNvPr>
          <p:cNvSpPr/>
          <p:nvPr/>
        </p:nvSpPr>
        <p:spPr>
          <a:xfrm>
            <a:off x="8501867" y="5378535"/>
            <a:ext cx="515133" cy="254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0V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E783F1F1-7129-4E48-B70D-8B4B6AEE23FF}"/>
              </a:ext>
            </a:extLst>
          </p:cNvPr>
          <p:cNvSpPr/>
          <p:nvPr/>
        </p:nvSpPr>
        <p:spPr>
          <a:xfrm>
            <a:off x="7673839" y="5378535"/>
            <a:ext cx="515133" cy="254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+24V</a:t>
            </a:r>
          </a:p>
        </p:txBody>
      </p:sp>
    </p:spTree>
    <p:extLst>
      <p:ext uri="{BB962C8B-B14F-4D97-AF65-F5344CB8AC3E}">
        <p14:creationId xmlns:p14="http://schemas.microsoft.com/office/powerpoint/2010/main" val="29951616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 Pasquati</dc:creator>
  <cp:lastModifiedBy>Ricardo Pasquati</cp:lastModifiedBy>
  <cp:revision>1</cp:revision>
  <cp:lastPrinted>2021-04-08T16:10:01Z</cp:lastPrinted>
  <dcterms:created xsi:type="dcterms:W3CDTF">2021-04-08T15:49:54Z</dcterms:created>
  <dcterms:modified xsi:type="dcterms:W3CDTF">2021-04-08T16:10:26Z</dcterms:modified>
</cp:coreProperties>
</file>